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1084985"/>
            <a:ext cx="5715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Retail Sales Data Analysis and Reporting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8644" y="2233678"/>
            <a:ext cx="62150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90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Leaveraging Data Science for Actionable Commercial Insights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2656052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4388" y="2655159"/>
            <a:ext cx="47327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484" y="2656052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02659" y="2655159"/>
            <a:ext cx="49827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endParaRPr lang="en-US" sz="10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325" y="2656052"/>
            <a:ext cx="150019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48069" y="2655159"/>
            <a:ext cx="2803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0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44" y="2943588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5819" y="2942695"/>
            <a:ext cx="6643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</a:t>
            </a:r>
            <a:endParaRPr lang="en-US" sz="10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5484" y="2943588"/>
            <a:ext cx="192881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324091" y="2942695"/>
            <a:ext cx="56971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Seaborn</a:t>
            </a:r>
            <a:endParaRPr lang="en-US" sz="1050" dirty="0"/>
          </a:p>
        </p:txBody>
      </p:sp>
      <p:sp>
        <p:nvSpPr>
          <p:cNvPr id="15" name="Shape 7"/>
          <p:cNvSpPr/>
          <p:nvPr/>
        </p:nvSpPr>
        <p:spPr>
          <a:xfrm>
            <a:off x="6793706" y="7144"/>
            <a:ext cx="235743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8"/>
          <p:cNvSpPr/>
          <p:nvPr/>
        </p:nvSpPr>
        <p:spPr>
          <a:xfrm>
            <a:off x="7079456" y="4313039"/>
            <a:ext cx="20716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A112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7079456" y="4521994"/>
            <a:ext cx="20716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Meet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44000" cy="1467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4" y="1467650"/>
            <a:ext cx="9144000" cy="7144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5" name="Text 2"/>
          <p:cNvSpPr/>
          <p:nvPr/>
        </p:nvSpPr>
        <p:spPr>
          <a:xfrm>
            <a:off x="578644" y="435769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Objective: Driving Business Decisions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8644" y="930473"/>
            <a:ext cx="7143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90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primary goal is to analyze retail sales performance and extract meaningful business insights using a robust Python and SQL workflow.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8644" y="1581950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4" y="1653387"/>
            <a:ext cx="14287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1544" y="1581950"/>
            <a:ext cx="22002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21544" y="1842697"/>
            <a:ext cx="2200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prepare retail sales data for accurate reporting and analysis.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36119" y="1581950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556" y="1653387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79019" y="1581950"/>
            <a:ext cx="22002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579019" y="1842697"/>
            <a:ext cx="2200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hidden patterns and correlations in transaction history.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893594" y="1581950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744" y="1653387"/>
            <a:ext cx="14287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36494" y="1581950"/>
            <a:ext cx="22002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Customer Profiling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36494" y="1842697"/>
            <a:ext cx="22002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purchasing behaviors across various customer demographics.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78644" y="2497048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" y="2568485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1544" y="2497048"/>
            <a:ext cx="22002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Performance Tracking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21544" y="2757794"/>
            <a:ext cx="2200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sales trends and seasonal impacts on business health.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3236119" y="2497048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844" y="2568485"/>
            <a:ext cx="85725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79019" y="2497048"/>
            <a:ext cx="22002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 Reporting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579019" y="2757794"/>
            <a:ext cx="2200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professional charts and insights for stakeholder review.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644" y="72037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Dataset Overview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8644" y="1329379"/>
            <a:ext cx="8572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090C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1,000 Transactions Across 9 Key Features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8644" y="1822298"/>
            <a:ext cx="2266466" cy="3786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8644" y="1822298"/>
            <a:ext cx="226646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ATTRIBUTE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845110" y="1822298"/>
            <a:ext cx="3305659" cy="3786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2845110" y="1822298"/>
            <a:ext cx="3305659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2308073"/>
            <a:ext cx="8965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Transaction ID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845110" y="2200917"/>
            <a:ext cx="3305659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each sale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8644" y="2574178"/>
            <a:ext cx="5572125" cy="37683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684906"/>
            <a:ext cx="15501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Customer Demographics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45110" y="2574178"/>
            <a:ext cx="3305659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and Gender profiles of purchasers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3061739"/>
            <a:ext cx="9465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Details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45110" y="2951011"/>
            <a:ext cx="3305659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Quantity, and Unit Price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8644" y="3327843"/>
            <a:ext cx="5572125" cy="37683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438572"/>
            <a:ext cx="900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Temporal Data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845110" y="3327843"/>
            <a:ext cx="3305659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transaction dates and times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5800" y="3815404"/>
            <a:ext cx="6268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Financials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845110" y="3704676"/>
            <a:ext cx="3305659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transaction value per record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79394" y="2136623"/>
            <a:ext cx="2143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6B3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1,000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579394" y="2515242"/>
            <a:ext cx="2143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79394" y="3127818"/>
            <a:ext cx="2143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6B3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579394" y="3506437"/>
            <a:ext cx="2143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79394" y="4119014"/>
            <a:ext cx="2143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FF6B35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579394" y="4497632"/>
            <a:ext cx="21431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Missing Values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2026-06-01T10:29:25Z</dcterms:created>
  <dcterms:modified xsi:type="dcterms:W3CDTF">2026-06-01T10:29:25Z</dcterms:modified>
</cp:coreProperties>
</file>